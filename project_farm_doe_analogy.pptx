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infographic_slide_style_image_with_a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7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